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1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260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543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438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127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228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65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505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606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50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379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4774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3622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3777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9880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455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4509A250-FF31-4206-8172-F9D3106AACB1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0588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4509A250-FF31-4206-8172-F9D3106AACB1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612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509A250-FF31-4206-8172-F9D3106AACB1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334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smtClean="0"/>
              <a:t>Projekt készítése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smtClean="0"/>
              <a:t>Hamvak földjén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75871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A Történet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4000" dirty="0" smtClean="0"/>
              <a:t>Maga a történetet a </a:t>
            </a:r>
            <a:r>
              <a:rPr lang="hu-HU" sz="4000" dirty="0" err="1" smtClean="0"/>
              <a:t>ChatGPT-irta</a:t>
            </a:r>
            <a:r>
              <a:rPr lang="hu-HU" sz="4000" dirty="0" smtClean="0"/>
              <a:t>, kicsit átírtam ami nem tetszett benne.</a:t>
            </a:r>
          </a:p>
        </p:txBody>
      </p:sp>
      <p:pic>
        <p:nvPicPr>
          <p:cNvPr id="2050" name="Picture 2" descr="ChatGPT Logo and symbol, meaning, history, PNG, bra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5900" y="4311650"/>
            <a:ext cx="3159125" cy="1777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1511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Készítés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type="body" idx="1"/>
          </p:nvPr>
        </p:nvSpPr>
        <p:spPr>
          <a:xfrm>
            <a:off x="1154955" y="2566878"/>
            <a:ext cx="4825157" cy="576262"/>
          </a:xfrm>
        </p:spPr>
        <p:txBody>
          <a:bodyPr/>
          <a:lstStyle/>
          <a:p>
            <a:endParaRPr lang="hu-HU" sz="2400" dirty="0" smtClean="0"/>
          </a:p>
          <a:p>
            <a:endParaRPr lang="hu-HU" dirty="0" smtClean="0"/>
          </a:p>
          <a:p>
            <a:endParaRPr lang="hu-HU" dirty="0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hu-HU" sz="3200" dirty="0"/>
              <a:t>Az egész Visual </a:t>
            </a:r>
            <a:r>
              <a:rPr lang="hu-HU" sz="3200" dirty="0" err="1"/>
              <a:t>Studio</a:t>
            </a:r>
            <a:r>
              <a:rPr lang="hu-HU" sz="3200" dirty="0"/>
              <a:t> </a:t>
            </a:r>
            <a:r>
              <a:rPr lang="hu-HU" sz="3200" dirty="0" err="1"/>
              <a:t>Codon</a:t>
            </a:r>
            <a:r>
              <a:rPr lang="hu-HU" sz="3200" dirty="0"/>
              <a:t> lett megírva </a:t>
            </a:r>
          </a:p>
          <a:p>
            <a:endParaRPr lang="hu-HU" dirty="0"/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hu-HU" sz="3200" dirty="0" err="1"/>
              <a:t>Emelett</a:t>
            </a:r>
            <a:r>
              <a:rPr lang="hu-HU" sz="3200" dirty="0"/>
              <a:t>  bootstrapV5 és </a:t>
            </a:r>
            <a:r>
              <a:rPr lang="hu-HU" sz="3200" dirty="0" err="1"/>
              <a:t>css</a:t>
            </a:r>
            <a:r>
              <a:rPr lang="hu-HU" sz="3200" dirty="0"/>
              <a:t> van benne </a:t>
            </a:r>
          </a:p>
          <a:p>
            <a:endParaRPr lang="hu-HU" dirty="0"/>
          </a:p>
        </p:txBody>
      </p:sp>
      <p:pic>
        <p:nvPicPr>
          <p:cNvPr id="1028" name="Picture 4" descr="Visual Studio Code - YouTub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4701" y="4354139"/>
            <a:ext cx="1665662" cy="1665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ootstrap (front-end framework) - Wikipe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8128" y="4599781"/>
            <a:ext cx="1483462" cy="1183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SS logo and symbol, meaning, history,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8682420" y="4599781"/>
            <a:ext cx="2103219" cy="1183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3schools.com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9585" y="5782842"/>
            <a:ext cx="933450" cy="93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1486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Képek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hu-HU" sz="4000" dirty="0"/>
              <a:t>A képeket hozzá a </a:t>
            </a:r>
            <a:r>
              <a:rPr lang="hu-HU" sz="4000" dirty="0" err="1"/>
              <a:t>ChatGPT</a:t>
            </a:r>
            <a:r>
              <a:rPr lang="hu-HU" sz="4000" dirty="0"/>
              <a:t> és a </a:t>
            </a:r>
            <a:r>
              <a:rPr lang="hu-HU" sz="4000" dirty="0" err="1" smtClean="0"/>
              <a:t>DreamStudio.ai</a:t>
            </a:r>
            <a:r>
              <a:rPr lang="hu-HU" sz="4000" dirty="0" smtClean="0"/>
              <a:t> </a:t>
            </a:r>
            <a:r>
              <a:rPr lang="hu-HU" sz="4000" dirty="0"/>
              <a:t>generálta</a:t>
            </a:r>
            <a:r>
              <a:rPr lang="hu-HU" dirty="0"/>
              <a:t>. </a:t>
            </a:r>
          </a:p>
          <a:p>
            <a:pPr algn="ctr"/>
            <a:endParaRPr lang="hu-HU" dirty="0"/>
          </a:p>
        </p:txBody>
      </p:sp>
      <p:pic>
        <p:nvPicPr>
          <p:cNvPr id="3074" name="Picture 2" descr="DreamStudio | Alternative Software of DreamStudi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7334" y="4245485"/>
            <a:ext cx="1931941" cy="1774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614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smtClean="0"/>
              <a:t>Köszönöm a figyelmet</a:t>
            </a:r>
            <a:endParaRPr lang="hu-HU" dirty="0"/>
          </a:p>
        </p:txBody>
      </p:sp>
      <p:sp>
        <p:nvSpPr>
          <p:cNvPr id="5" name="Alcím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234350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anácsterem">
  <a:themeElements>
    <a:clrScheme name="Tanácstere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Tanácstere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anácstere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249</TotalTime>
  <Words>47</Words>
  <Application>Microsoft Office PowerPoint</Application>
  <PresentationFormat>Szélesvásznú</PresentationFormat>
  <Paragraphs>11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Tanácsterem</vt:lpstr>
      <vt:lpstr>Projekt készítése</vt:lpstr>
      <vt:lpstr>A Történet</vt:lpstr>
      <vt:lpstr>Készítés</vt:lpstr>
      <vt:lpstr>Képek</vt:lpstr>
      <vt:lpstr>Köszönöm a figyelmet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 készítése</dc:title>
  <dc:creator>Zsombi</dc:creator>
  <cp:lastModifiedBy>Zsombi</cp:lastModifiedBy>
  <cp:revision>5</cp:revision>
  <dcterms:created xsi:type="dcterms:W3CDTF">2025-04-14T16:05:45Z</dcterms:created>
  <dcterms:modified xsi:type="dcterms:W3CDTF">2025-04-14T20:15:19Z</dcterms:modified>
</cp:coreProperties>
</file>